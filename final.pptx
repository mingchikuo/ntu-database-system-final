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9" r:id="rId4"/>
    <p:sldId id="260" r:id="rId5"/>
    <p:sldId id="266" r:id="rId6"/>
    <p:sldId id="262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7" r:id="rId19"/>
    <p:sldId id="278" r:id="rId20"/>
    <p:sldId id="280" r:id="rId21"/>
    <p:sldId id="276" r:id="rId22"/>
    <p:sldId id="284" r:id="rId23"/>
    <p:sldId id="281" r:id="rId24"/>
    <p:sldId id="282" r:id="rId25"/>
    <p:sldId id="283" r:id="rId26"/>
    <p:sldId id="285" r:id="rId27"/>
    <p:sldId id="287" r:id="rId28"/>
    <p:sldId id="288" r:id="rId29"/>
    <p:sldId id="289" r:id="rId30"/>
    <p:sldId id="290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suanYu Lin" initials="HL" lastIdx="1" clrIdx="0">
    <p:extLst>
      <p:ext uri="{19B8F6BF-5375-455C-9EA6-DF929625EA0E}">
        <p15:presenceInfo xmlns:p15="http://schemas.microsoft.com/office/powerpoint/2012/main" userId="HsuanYu L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038" autoAdjust="0"/>
  </p:normalViewPr>
  <p:slideViewPr>
    <p:cSldViewPr snapToGrid="0">
      <p:cViewPr varScale="1">
        <p:scale>
          <a:sx n="65" d="100"/>
          <a:sy n="65" d="100"/>
        </p:scale>
        <p:origin x="108" y="72"/>
      </p:cViewPr>
      <p:guideLst/>
    </p:cSldViewPr>
  </p:slideViewPr>
  <p:outlineViewPr>
    <p:cViewPr>
      <p:scale>
        <a:sx n="33" d="100"/>
        <a:sy n="33" d="100"/>
      </p:scale>
      <p:origin x="0" y="-704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FA8A25-45E0-4C66-A916-799E2960442C}" type="datetimeFigureOut">
              <a:rPr lang="zh-TW" altLang="en-US" smtClean="0"/>
              <a:t>2019/11/26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5C16CA-48AD-4683-B7DB-D6C8A619B52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5734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現在就可以 </a:t>
            </a:r>
            <a:r>
              <a:rPr lang="en-US" altLang="zh-TW" dirty="0"/>
              <a:t>python .\apps.py </a:t>
            </a:r>
            <a:r>
              <a:rPr lang="zh-TW" altLang="en-US" dirty="0"/>
              <a:t>但目前不會有任何反應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C16CA-48AD-4683-B7DB-D6C8A619B522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2987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11/23/2019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tpostman.com/downloads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E11F35-BD31-4B28-8AB4-AEB1DD9C5C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資料庫系統</a:t>
            </a:r>
            <a:br>
              <a:rPr lang="en-US" altLang="zh-TW" dirty="0"/>
            </a:br>
            <a:r>
              <a:rPr lang="zh-TW" altLang="en-US" dirty="0"/>
              <a:t>期末作業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B4AA397-1737-4C75-AA1E-6BABA6572C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4806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57C29C-B4E6-4585-A2ED-1CCD1F598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38051"/>
          </a:xfrm>
        </p:spPr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6A633B5-B2E3-4730-BABB-078341770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3851"/>
            <a:ext cx="9601200" cy="4443549"/>
          </a:xfrm>
        </p:spPr>
        <p:txBody>
          <a:bodyPr>
            <a:normAutofit/>
          </a:bodyPr>
          <a:lstStyle/>
          <a:p>
            <a:r>
              <a:rPr lang="en-US" altLang="zh-TW" sz="3600" dirty="0"/>
              <a:t>Table Introduction</a:t>
            </a:r>
          </a:p>
          <a:p>
            <a:r>
              <a:rPr lang="en-US" altLang="zh-TW" sz="3600" dirty="0"/>
              <a:t>API Introduction</a:t>
            </a:r>
          </a:p>
          <a:p>
            <a:r>
              <a:rPr lang="en-US" altLang="zh-TW" sz="3600" dirty="0"/>
              <a:t>Backend Example(Flask)</a:t>
            </a:r>
          </a:p>
          <a:p>
            <a:r>
              <a:rPr lang="en-US" altLang="zh-TW" sz="3600" dirty="0"/>
              <a:t>Postman</a:t>
            </a:r>
          </a:p>
          <a:p>
            <a:r>
              <a:rPr lang="en-US" altLang="zh-TW" sz="3600" dirty="0"/>
              <a:t>Final project rules and Demo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498351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96DABA-BEC1-4C32-8E19-93890C02E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Table introduction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39F30A2-498E-4308-B00B-CDDD85A50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792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BF514F-16EA-4C27-9E11-2584F1F21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742950"/>
            <a:ext cx="9601200" cy="1485900"/>
          </a:xfrm>
        </p:spPr>
        <p:txBody>
          <a:bodyPr/>
          <a:lstStyle/>
          <a:p>
            <a:r>
              <a:rPr lang="en-US" altLang="zh-TW" b="1" dirty="0"/>
              <a:t>Table: Member</a:t>
            </a:r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F24AE730-896C-4822-9508-120529E3A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85900"/>
            <a:ext cx="9601200" cy="3581400"/>
          </a:xfrm>
        </p:spPr>
        <p:txBody>
          <a:bodyPr>
            <a:normAutofit/>
          </a:bodyPr>
          <a:lstStyle/>
          <a:p>
            <a:r>
              <a:rPr lang="en-US" altLang="zh-TW" sz="2800" dirty="0" err="1"/>
              <a:t>member_id</a:t>
            </a:r>
            <a:r>
              <a:rPr lang="en-US" altLang="zh-TW" sz="2800" dirty="0"/>
              <a:t>: </a:t>
            </a:r>
            <a:r>
              <a:rPr lang="en-US" altLang="zh-TW" sz="2800" dirty="0" err="1"/>
              <a:t>uuid</a:t>
            </a:r>
            <a:r>
              <a:rPr lang="zh-TW" altLang="en-US" sz="2800" dirty="0"/>
              <a:t> </a:t>
            </a:r>
            <a:endParaRPr lang="en-US" altLang="zh-TW" sz="2800" dirty="0"/>
          </a:p>
          <a:p>
            <a:r>
              <a:rPr lang="en-US" altLang="zh-TW" sz="2800" dirty="0" err="1"/>
              <a:t>member_account</a:t>
            </a:r>
            <a:r>
              <a:rPr lang="en-US" altLang="zh-TW" sz="2800" dirty="0"/>
              <a:t>: </a:t>
            </a:r>
            <a:r>
              <a:rPr lang="zh-TW" altLang="en-US" sz="2800" dirty="0"/>
              <a:t>帳號</a:t>
            </a:r>
            <a:endParaRPr lang="en-US" altLang="zh-TW" sz="2800" dirty="0"/>
          </a:p>
          <a:p>
            <a:r>
              <a:rPr lang="en-US" altLang="zh-TW" sz="2800" dirty="0" err="1"/>
              <a:t>member_password</a:t>
            </a:r>
            <a:r>
              <a:rPr lang="en-US" altLang="zh-TW" sz="2800" dirty="0"/>
              <a:t>: </a:t>
            </a:r>
            <a:r>
              <a:rPr lang="zh-TW" altLang="en-US" sz="2800" dirty="0"/>
              <a:t>密碼</a:t>
            </a:r>
            <a:endParaRPr lang="en-US" altLang="zh-TW" sz="2800" dirty="0"/>
          </a:p>
          <a:p>
            <a:r>
              <a:rPr lang="en-US" altLang="zh-TW" sz="2800" dirty="0" err="1"/>
              <a:t>member_roles</a:t>
            </a:r>
            <a:r>
              <a:rPr lang="en-US" altLang="zh-TW" sz="2800" dirty="0"/>
              <a:t>: </a:t>
            </a:r>
            <a:r>
              <a:rPr lang="zh-TW" altLang="en-US" sz="2800" dirty="0"/>
              <a:t>會員類別</a:t>
            </a:r>
            <a:r>
              <a:rPr lang="en-US" altLang="zh-TW" sz="2800" dirty="0"/>
              <a:t>(</a:t>
            </a:r>
            <a:r>
              <a:rPr lang="en-US" altLang="zh-TW" sz="2800" dirty="0" err="1"/>
              <a:t>RolesType</a:t>
            </a:r>
            <a:r>
              <a:rPr lang="en-US" altLang="zh-TW" sz="2800" dirty="0"/>
              <a:t> </a:t>
            </a:r>
            <a:r>
              <a:rPr lang="en-US" altLang="zh-TW" sz="2800" dirty="0" err="1"/>
              <a:t>role_code</a:t>
            </a:r>
            <a:r>
              <a:rPr lang="en-US" altLang="zh-TW" sz="2800" dirty="0"/>
              <a:t>)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841630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BF514F-16EA-4C27-9E11-2584F1F21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42950"/>
            <a:ext cx="9601200" cy="1485900"/>
          </a:xfrm>
        </p:spPr>
        <p:txBody>
          <a:bodyPr/>
          <a:lstStyle/>
          <a:p>
            <a:r>
              <a:rPr lang="en-US" altLang="zh-TW" b="1" dirty="0"/>
              <a:t>Table: </a:t>
            </a:r>
            <a:r>
              <a:rPr lang="en-US" altLang="zh-TW" dirty="0" err="1"/>
              <a:t>MemberType</a:t>
            </a:r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F24AE730-896C-4822-9508-120529E3A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85900"/>
            <a:ext cx="9601200" cy="3581400"/>
          </a:xfrm>
        </p:spPr>
        <p:txBody>
          <a:bodyPr>
            <a:normAutofit/>
          </a:bodyPr>
          <a:lstStyle/>
          <a:p>
            <a:r>
              <a:rPr lang="en-US" altLang="zh-TW" sz="2800" dirty="0" err="1"/>
              <a:t>role_id</a:t>
            </a:r>
            <a:r>
              <a:rPr lang="en-US" altLang="zh-TW" sz="2800" dirty="0"/>
              <a:t>: </a:t>
            </a:r>
            <a:r>
              <a:rPr lang="en-US" altLang="zh-TW" sz="2800" dirty="0" err="1"/>
              <a:t>uuid</a:t>
            </a:r>
            <a:r>
              <a:rPr lang="zh-TW" altLang="en-US" sz="2800" dirty="0"/>
              <a:t> </a:t>
            </a:r>
            <a:endParaRPr lang="en-US" altLang="zh-TW" sz="2800" dirty="0"/>
          </a:p>
          <a:p>
            <a:r>
              <a:rPr lang="en-US" altLang="zh-TW" sz="2800" dirty="0" err="1"/>
              <a:t>role_code</a:t>
            </a:r>
            <a:r>
              <a:rPr lang="en-US" altLang="zh-TW" sz="2800" dirty="0"/>
              <a:t>: </a:t>
            </a:r>
            <a:r>
              <a:rPr lang="zh-TW" altLang="en-US" sz="2800" dirty="0"/>
              <a:t>會員類別代號</a:t>
            </a:r>
            <a:endParaRPr lang="en-US" altLang="zh-TW" sz="2800" dirty="0"/>
          </a:p>
          <a:p>
            <a:r>
              <a:rPr lang="en-US" altLang="zh-TW" sz="2800" dirty="0" err="1"/>
              <a:t>role_description</a:t>
            </a:r>
            <a:r>
              <a:rPr lang="en-US" altLang="zh-TW" sz="2800" dirty="0"/>
              <a:t>: </a:t>
            </a:r>
            <a:r>
              <a:rPr lang="zh-TW" altLang="en-US" sz="2800" dirty="0"/>
              <a:t>會員類別描述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1203936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BF514F-16EA-4C27-9E11-2584F1F21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42950"/>
            <a:ext cx="9601200" cy="1485900"/>
          </a:xfrm>
        </p:spPr>
        <p:txBody>
          <a:bodyPr/>
          <a:lstStyle/>
          <a:p>
            <a:r>
              <a:rPr lang="en-US" altLang="zh-TW" b="1" dirty="0"/>
              <a:t>Table: </a:t>
            </a:r>
            <a:r>
              <a:rPr lang="en-US" altLang="zh-TW" dirty="0"/>
              <a:t>Sales</a:t>
            </a:r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F24AE730-896C-4822-9508-120529E3A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85900"/>
            <a:ext cx="9601200" cy="3581400"/>
          </a:xfrm>
        </p:spPr>
        <p:txBody>
          <a:bodyPr>
            <a:normAutofit/>
          </a:bodyPr>
          <a:lstStyle/>
          <a:p>
            <a:r>
              <a:rPr lang="en-US" altLang="zh-TW" sz="2800" dirty="0" err="1"/>
              <a:t>sales_id</a:t>
            </a:r>
            <a:r>
              <a:rPr lang="en-US" altLang="zh-TW" sz="2800" dirty="0"/>
              <a:t>: </a:t>
            </a:r>
            <a:r>
              <a:rPr lang="en-US" altLang="zh-TW" sz="2800" dirty="0" err="1"/>
              <a:t>uuid</a:t>
            </a:r>
            <a:r>
              <a:rPr lang="zh-TW" altLang="en-US" sz="2800" dirty="0"/>
              <a:t> </a:t>
            </a:r>
            <a:endParaRPr lang="en-US" altLang="zh-TW" sz="2800" dirty="0"/>
          </a:p>
          <a:p>
            <a:r>
              <a:rPr lang="en-US" altLang="zh-TW" sz="2800" dirty="0" err="1"/>
              <a:t>member_id</a:t>
            </a:r>
            <a:r>
              <a:rPr lang="en-US" altLang="zh-TW" sz="2800" dirty="0"/>
              <a:t>: </a:t>
            </a:r>
            <a:r>
              <a:rPr lang="zh-TW" altLang="en-US" sz="2800" dirty="0"/>
              <a:t>會員</a:t>
            </a:r>
            <a:r>
              <a:rPr lang="en-US" altLang="zh-TW" sz="2800" dirty="0" err="1"/>
              <a:t>uuid</a:t>
            </a:r>
            <a:r>
              <a:rPr lang="en-US" altLang="zh-TW" sz="2800" dirty="0"/>
              <a:t>(foreign key)</a:t>
            </a:r>
          </a:p>
          <a:p>
            <a:r>
              <a:rPr lang="en-US" altLang="zh-TW" sz="2800" dirty="0" err="1"/>
              <a:t>number_of_ticket</a:t>
            </a:r>
            <a:r>
              <a:rPr lang="en-US" altLang="zh-TW" sz="2800" dirty="0"/>
              <a:t>: </a:t>
            </a:r>
            <a:r>
              <a:rPr lang="zh-TW" altLang="en-US" sz="2800" dirty="0"/>
              <a:t>購買張數</a:t>
            </a:r>
            <a:endParaRPr lang="en-US" altLang="zh-TW" sz="2800" dirty="0"/>
          </a:p>
          <a:p>
            <a:r>
              <a:rPr lang="en-US" altLang="zh-TW" sz="2800" dirty="0" err="1"/>
              <a:t>time_of_sales</a:t>
            </a:r>
            <a:r>
              <a:rPr lang="en-US" altLang="zh-TW" sz="2800" dirty="0"/>
              <a:t>: </a:t>
            </a:r>
            <a:r>
              <a:rPr lang="zh-TW" altLang="en-US" sz="2800" dirty="0"/>
              <a:t>購買時間</a:t>
            </a:r>
            <a:endParaRPr lang="en-US" altLang="zh-TW" sz="2800" dirty="0"/>
          </a:p>
          <a:p>
            <a:r>
              <a:rPr lang="en-US" altLang="zh-TW" sz="2800" dirty="0" err="1"/>
              <a:t>event_id</a:t>
            </a:r>
            <a:r>
              <a:rPr lang="en-US" altLang="zh-TW" sz="2800" dirty="0"/>
              <a:t>: </a:t>
            </a:r>
            <a:r>
              <a:rPr lang="zh-TW" altLang="en-US" sz="2800" dirty="0"/>
              <a:t>活動</a:t>
            </a:r>
            <a:r>
              <a:rPr lang="en-US" altLang="zh-TW" sz="2800" dirty="0" err="1"/>
              <a:t>uuid</a:t>
            </a:r>
            <a:r>
              <a:rPr lang="en-US" altLang="zh-TW" sz="2800" dirty="0"/>
              <a:t>(foreign</a:t>
            </a:r>
            <a:r>
              <a:rPr lang="zh-TW" altLang="en-US" sz="2800" dirty="0"/>
              <a:t> </a:t>
            </a:r>
            <a:r>
              <a:rPr lang="en-US" altLang="zh-TW" sz="2800" dirty="0"/>
              <a:t>key)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65249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BF514F-16EA-4C27-9E11-2584F1F21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42950"/>
            <a:ext cx="9601200" cy="1485900"/>
          </a:xfrm>
        </p:spPr>
        <p:txBody>
          <a:bodyPr/>
          <a:lstStyle/>
          <a:p>
            <a:r>
              <a:rPr lang="en-US" altLang="zh-TW" b="1" dirty="0"/>
              <a:t>Table: </a:t>
            </a:r>
            <a:r>
              <a:rPr lang="en-US" altLang="zh-TW" b="1" dirty="0" err="1"/>
              <a:t>EventType</a:t>
            </a:r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F24AE730-896C-4822-9508-120529E3A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85900"/>
            <a:ext cx="9601200" cy="3581400"/>
          </a:xfrm>
        </p:spPr>
        <p:txBody>
          <a:bodyPr>
            <a:normAutofit/>
          </a:bodyPr>
          <a:lstStyle/>
          <a:p>
            <a:r>
              <a:rPr lang="en-US" altLang="zh-TW" sz="2800" dirty="0" err="1"/>
              <a:t>type_id</a:t>
            </a:r>
            <a:r>
              <a:rPr lang="en-US" altLang="zh-TW" sz="2800" dirty="0"/>
              <a:t>: </a:t>
            </a:r>
            <a:r>
              <a:rPr lang="en-US" altLang="zh-TW" sz="2800" dirty="0" err="1"/>
              <a:t>uuid</a:t>
            </a:r>
            <a:r>
              <a:rPr lang="zh-TW" altLang="en-US" sz="2800" dirty="0"/>
              <a:t> </a:t>
            </a:r>
            <a:endParaRPr lang="en-US" altLang="zh-TW" sz="2800" dirty="0"/>
          </a:p>
          <a:p>
            <a:r>
              <a:rPr lang="en-US" altLang="zh-TW" sz="2800" dirty="0" err="1"/>
              <a:t>type_code</a:t>
            </a:r>
            <a:r>
              <a:rPr lang="en-US" altLang="zh-TW" sz="2800" dirty="0"/>
              <a:t>: </a:t>
            </a:r>
            <a:r>
              <a:rPr lang="zh-TW" altLang="en-US" sz="2800" dirty="0"/>
              <a:t>活動類別代號</a:t>
            </a:r>
            <a:endParaRPr lang="en-US" altLang="zh-TW" sz="2800" dirty="0"/>
          </a:p>
          <a:p>
            <a:r>
              <a:rPr lang="en-US" altLang="zh-TW" sz="2800" dirty="0" err="1"/>
              <a:t>type_description</a:t>
            </a:r>
            <a:r>
              <a:rPr lang="en-US" altLang="zh-TW" sz="2800" dirty="0"/>
              <a:t>: </a:t>
            </a:r>
            <a:r>
              <a:rPr lang="zh-TW" altLang="en-US" sz="2800" dirty="0"/>
              <a:t>活動類別描述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1216939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BF514F-16EA-4C27-9E11-2584F1F21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42950"/>
            <a:ext cx="9601200" cy="1485900"/>
          </a:xfrm>
        </p:spPr>
        <p:txBody>
          <a:bodyPr/>
          <a:lstStyle/>
          <a:p>
            <a:r>
              <a:rPr lang="en-US" altLang="zh-TW" b="1" dirty="0"/>
              <a:t>Table: Event</a:t>
            </a:r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F24AE730-896C-4822-9508-120529E3A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85900"/>
            <a:ext cx="9601200" cy="6910251"/>
          </a:xfrm>
        </p:spPr>
        <p:txBody>
          <a:bodyPr>
            <a:normAutofit/>
          </a:bodyPr>
          <a:lstStyle/>
          <a:p>
            <a:r>
              <a:rPr lang="en-US" altLang="zh-TW" sz="2800" dirty="0" err="1"/>
              <a:t>event_id</a:t>
            </a:r>
            <a:r>
              <a:rPr lang="en-US" altLang="zh-TW" sz="2800" dirty="0"/>
              <a:t>: </a:t>
            </a:r>
            <a:r>
              <a:rPr lang="en-US" altLang="zh-TW" sz="2800" dirty="0" err="1"/>
              <a:t>uuid</a:t>
            </a:r>
            <a:r>
              <a:rPr lang="zh-TW" altLang="en-US" sz="2800" dirty="0"/>
              <a:t> </a:t>
            </a:r>
            <a:endParaRPr lang="en-US" altLang="zh-TW" sz="2800" dirty="0"/>
          </a:p>
          <a:p>
            <a:r>
              <a:rPr lang="en-US" altLang="zh-TW" sz="2800" dirty="0" err="1"/>
              <a:t>event_name</a:t>
            </a:r>
            <a:r>
              <a:rPr lang="en-US" altLang="zh-TW" sz="2800" dirty="0"/>
              <a:t>: </a:t>
            </a:r>
            <a:r>
              <a:rPr lang="zh-TW" altLang="en-US" sz="2800" dirty="0"/>
              <a:t>活動名稱</a:t>
            </a:r>
            <a:endParaRPr lang="en-US" altLang="zh-TW" sz="2800" dirty="0"/>
          </a:p>
          <a:p>
            <a:r>
              <a:rPr lang="en-US" altLang="zh-TW" sz="2800" dirty="0" err="1"/>
              <a:t>event_type</a:t>
            </a:r>
            <a:r>
              <a:rPr lang="en-US" altLang="zh-TW" sz="2800" dirty="0"/>
              <a:t>: </a:t>
            </a:r>
            <a:r>
              <a:rPr lang="zh-TW" altLang="en-US" sz="2800" dirty="0"/>
              <a:t>活動類別</a:t>
            </a:r>
            <a:r>
              <a:rPr lang="en-US" altLang="zh-TW" sz="2800" dirty="0"/>
              <a:t>(</a:t>
            </a:r>
            <a:r>
              <a:rPr lang="en-US" altLang="zh-TW" sz="2800" dirty="0" err="1"/>
              <a:t>EventType</a:t>
            </a:r>
            <a:r>
              <a:rPr lang="en-US" altLang="zh-TW" sz="2800" dirty="0"/>
              <a:t> </a:t>
            </a:r>
            <a:r>
              <a:rPr lang="en-US" altLang="zh-TW" sz="2800" dirty="0" err="1"/>
              <a:t>type_code</a:t>
            </a:r>
            <a:r>
              <a:rPr lang="en-US" altLang="zh-TW" sz="2800" dirty="0"/>
              <a:t>)</a:t>
            </a:r>
          </a:p>
          <a:p>
            <a:r>
              <a:rPr lang="en-US" altLang="zh-TW" sz="2800" dirty="0" err="1"/>
              <a:t>event_description</a:t>
            </a:r>
            <a:r>
              <a:rPr lang="en-US" altLang="zh-TW" sz="2800" dirty="0"/>
              <a:t>: </a:t>
            </a:r>
            <a:r>
              <a:rPr lang="zh-TW" altLang="en-US" sz="2800" dirty="0"/>
              <a:t>活動描述</a:t>
            </a:r>
            <a:r>
              <a:rPr lang="en-US" altLang="zh-TW" sz="2800" dirty="0"/>
              <a:t>(</a:t>
            </a:r>
            <a:r>
              <a:rPr lang="en-US" altLang="zh-TW" sz="2800" dirty="0" err="1"/>
              <a:t>RolesType</a:t>
            </a:r>
            <a:r>
              <a:rPr lang="en-US" altLang="zh-TW" sz="2800" dirty="0"/>
              <a:t> </a:t>
            </a:r>
            <a:r>
              <a:rPr lang="en-US" altLang="zh-TW" sz="2800" dirty="0" err="1"/>
              <a:t>role_code</a:t>
            </a:r>
            <a:r>
              <a:rPr lang="en-US" altLang="zh-TW" sz="2800" dirty="0"/>
              <a:t>)</a:t>
            </a:r>
          </a:p>
          <a:p>
            <a:r>
              <a:rPr lang="en-US" altLang="zh-TW" sz="2800" dirty="0" err="1"/>
              <a:t>event_date</a:t>
            </a:r>
            <a:r>
              <a:rPr lang="en-US" altLang="zh-TW" sz="2800" dirty="0"/>
              <a:t>: </a:t>
            </a:r>
            <a:r>
              <a:rPr lang="zh-TW" altLang="en-US" sz="2800" dirty="0"/>
              <a:t>活動時間</a:t>
            </a:r>
            <a:endParaRPr lang="en-US" altLang="zh-TW" sz="2800" dirty="0"/>
          </a:p>
          <a:p>
            <a:r>
              <a:rPr lang="en-US" altLang="zh-TW" sz="2800" dirty="0" err="1"/>
              <a:t>starting_time</a:t>
            </a:r>
            <a:r>
              <a:rPr lang="en-US" altLang="zh-TW" sz="2800" dirty="0"/>
              <a:t>: </a:t>
            </a:r>
            <a:r>
              <a:rPr lang="zh-TW" altLang="en-US" sz="2800" dirty="0"/>
              <a:t>售票開始時間</a:t>
            </a:r>
            <a:endParaRPr lang="en-US" altLang="zh-TW" sz="2800" dirty="0"/>
          </a:p>
          <a:p>
            <a:r>
              <a:rPr lang="en-US" altLang="zh-TW" sz="2800" dirty="0" err="1"/>
              <a:t>ending_time</a:t>
            </a:r>
            <a:r>
              <a:rPr lang="en-US" altLang="zh-TW" sz="2800" dirty="0"/>
              <a:t>: </a:t>
            </a:r>
            <a:r>
              <a:rPr lang="zh-TW" altLang="en-US" sz="2800" dirty="0"/>
              <a:t>售票結束時間</a:t>
            </a:r>
            <a:endParaRPr lang="en-US" altLang="zh-TW" sz="2800" dirty="0"/>
          </a:p>
          <a:p>
            <a:r>
              <a:rPr lang="en-US" altLang="zh-TW" sz="2800" dirty="0" err="1"/>
              <a:t>sale_roles</a:t>
            </a:r>
            <a:r>
              <a:rPr lang="en-US" altLang="zh-TW" sz="2800" dirty="0"/>
              <a:t>: </a:t>
            </a:r>
            <a:r>
              <a:rPr lang="zh-TW" altLang="en-US" sz="2800" dirty="0"/>
              <a:t>允許購買的會員類別</a:t>
            </a:r>
            <a:endParaRPr lang="en-US" altLang="zh-TW" sz="2800" dirty="0"/>
          </a:p>
          <a:p>
            <a:r>
              <a:rPr lang="en-US" altLang="zh-TW" sz="2800" dirty="0" err="1"/>
              <a:t>sales_limit</a:t>
            </a:r>
            <a:r>
              <a:rPr lang="en-US" altLang="zh-TW" sz="2800" dirty="0"/>
              <a:t>: </a:t>
            </a:r>
            <a:r>
              <a:rPr lang="zh-TW" altLang="en-US" sz="2800" dirty="0"/>
              <a:t>活動售票上限</a:t>
            </a:r>
            <a:endParaRPr lang="en-US" altLang="zh-TW" sz="2800" dirty="0"/>
          </a:p>
          <a:p>
            <a:r>
              <a:rPr lang="en-US" altLang="zh-TW" sz="2800" dirty="0" err="1"/>
              <a:t>sales_per_member</a:t>
            </a:r>
            <a:r>
              <a:rPr lang="en-US" altLang="zh-TW" sz="2800" dirty="0"/>
              <a:t>: </a:t>
            </a:r>
            <a:r>
              <a:rPr lang="zh-TW" altLang="en-US" sz="2800" dirty="0"/>
              <a:t>會員購票上限</a:t>
            </a:r>
          </a:p>
        </p:txBody>
      </p:sp>
    </p:spTree>
    <p:extLst>
      <p:ext uri="{BB962C8B-B14F-4D97-AF65-F5344CB8AC3E}">
        <p14:creationId xmlns:p14="http://schemas.microsoft.com/office/powerpoint/2010/main" val="2616593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2C4F84-27BF-4392-BE69-D39B5FFB4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API Introduction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20D77E0-F76C-4A28-B39F-6B872C0DB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2841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BF514F-16EA-4C27-9E11-2584F1F21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742950"/>
            <a:ext cx="9601200" cy="1485900"/>
          </a:xfrm>
        </p:spPr>
        <p:txBody>
          <a:bodyPr/>
          <a:lstStyle/>
          <a:p>
            <a:r>
              <a:rPr lang="en-US" altLang="zh-TW" b="1" dirty="0"/>
              <a:t>Swagger Edit</a:t>
            </a:r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F24AE730-896C-4822-9508-120529E3A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228850"/>
            <a:ext cx="9601200" cy="358140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800" dirty="0"/>
              <a:t>Swagger</a:t>
            </a:r>
            <a:r>
              <a:rPr lang="zh-TW" altLang="en-US" sz="2800" dirty="0"/>
              <a:t>是一個規範和完整的框架，用於生成、描述、呼叫和視覺化</a:t>
            </a:r>
            <a:r>
              <a:rPr lang="en-US" altLang="zh-TW" sz="2800" dirty="0"/>
              <a:t>RESTful</a:t>
            </a:r>
            <a:r>
              <a:rPr lang="zh-TW" altLang="en-US" sz="2800" dirty="0"/>
              <a:t>風格的</a:t>
            </a:r>
            <a:r>
              <a:rPr lang="en-US" altLang="zh-TW" sz="2800" dirty="0"/>
              <a:t>Web</a:t>
            </a:r>
            <a:r>
              <a:rPr lang="zh-TW" altLang="en-US" sz="2800" dirty="0"/>
              <a:t>服務。</a:t>
            </a:r>
            <a:r>
              <a:rPr lang="en-US" altLang="zh-TW" sz="2800" dirty="0"/>
              <a:t>Swagger</a:t>
            </a:r>
            <a:r>
              <a:rPr lang="zh-TW" altLang="en-US" sz="2800" dirty="0"/>
              <a:t>的目標是對</a:t>
            </a:r>
            <a:r>
              <a:rPr lang="en-US" altLang="zh-TW" sz="2800" dirty="0"/>
              <a:t>REST API</a:t>
            </a:r>
            <a:r>
              <a:rPr lang="zh-TW" altLang="en-US" sz="2800" dirty="0"/>
              <a:t>定義一個標準的和語言無關的介面，可讓人和計算機無需訪問原始碼、文件或網路流量監測就可以發現和理解服務的能力。當通過</a:t>
            </a:r>
            <a:r>
              <a:rPr lang="en-US" altLang="zh-TW" sz="2800" dirty="0"/>
              <a:t>Swagger</a:t>
            </a:r>
            <a:r>
              <a:rPr lang="zh-TW" altLang="en-US" sz="2800" dirty="0"/>
              <a:t>進行正確定義，使用者可以理解遠端服務並使用最少實現邏輯與遠端服務進行互動。</a:t>
            </a:r>
          </a:p>
        </p:txBody>
      </p:sp>
    </p:spTree>
    <p:extLst>
      <p:ext uri="{BB962C8B-B14F-4D97-AF65-F5344CB8AC3E}">
        <p14:creationId xmlns:p14="http://schemas.microsoft.com/office/powerpoint/2010/main" val="2837333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BF514F-16EA-4C27-9E11-2584F1F21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742950"/>
            <a:ext cx="9601200" cy="822614"/>
          </a:xfrm>
        </p:spPr>
        <p:txBody>
          <a:bodyPr/>
          <a:lstStyle/>
          <a:p>
            <a:r>
              <a:rPr lang="en-US" altLang="zh-TW" b="1" dirty="0"/>
              <a:t>Swagger Edit Online</a:t>
            </a:r>
            <a:endParaRPr lang="zh-TW" altLang="en-US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BC9E1195-5B02-4452-B33C-CFABEC0D7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5350" y="1745673"/>
            <a:ext cx="9021299" cy="436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775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BF514F-16EA-4C27-9E11-2584F1F21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742950"/>
            <a:ext cx="9601200" cy="822614"/>
          </a:xfrm>
        </p:spPr>
        <p:txBody>
          <a:bodyPr/>
          <a:lstStyle/>
          <a:p>
            <a:r>
              <a:rPr lang="en-US" altLang="zh-TW" b="1" dirty="0"/>
              <a:t>Swagger Edit Online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06B479B0-657E-47CD-946A-659DDDAE7F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7803" y="2188152"/>
            <a:ext cx="9511722" cy="329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620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BF514F-16EA-4C27-9E11-2584F1F21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742950"/>
            <a:ext cx="9601200" cy="822614"/>
          </a:xfrm>
        </p:spPr>
        <p:txBody>
          <a:bodyPr/>
          <a:lstStyle/>
          <a:p>
            <a:r>
              <a:rPr lang="en-US" altLang="zh-TW" b="1" dirty="0"/>
              <a:t>Swagger Edit Online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CE04008-EA1E-4211-A480-667E4EECE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627" y="1814946"/>
            <a:ext cx="9007973" cy="410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260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5A107D6-50FD-4464-9929-BAB247CD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Backend Example(Flask)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0A1B47E-5BAB-4508-8BA6-E24FF4CC4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0184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01EDED27-13F8-41AD-9B0F-037AA5B8B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Flask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75A3DC3E-9C94-48E2-AA89-344180E7E8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0073"/>
          <a:stretch/>
        </p:blipFill>
        <p:spPr>
          <a:xfrm>
            <a:off x="2264568" y="1810776"/>
            <a:ext cx="7815264" cy="468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816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1AE398-EB29-4DA2-94D9-5EFDAA9A8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Parameter</a:t>
            </a:r>
            <a:endParaRPr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C423B272-4AEF-4A8D-8F7B-32CF078707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76549" y="2214562"/>
            <a:ext cx="7147029" cy="395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505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0AE8CE-0C33-4378-9E72-1D45A51AD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Implement API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B3B4A795-E1F4-4C37-8D21-49B17A795B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3693" b="7529"/>
          <a:stretch/>
        </p:blipFill>
        <p:spPr>
          <a:xfrm>
            <a:off x="1371601" y="1658946"/>
            <a:ext cx="10820400" cy="471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274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BB1594-AC30-412F-B250-1D4E8D0F9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Implement </a:t>
            </a:r>
            <a:r>
              <a:rPr lang="en-US" altLang="zh-TW" dirty="0" err="1"/>
              <a:t>utils</a:t>
            </a:r>
            <a:endParaRPr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8E454B5B-3A72-40EA-939C-8CC912BDCD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0658"/>
          <a:stretch/>
        </p:blipFill>
        <p:spPr>
          <a:xfrm>
            <a:off x="1371600" y="2171700"/>
            <a:ext cx="9601200" cy="400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068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32141F-81A0-4FC8-B61C-FAD2B231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Add API</a:t>
            </a:r>
            <a:endParaRPr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E72CE4A4-CBDA-4A5C-9362-F589ABF962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8517" y="2103895"/>
            <a:ext cx="854188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1323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96EE17-3C0A-4B5C-ACD1-FC491032A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Post man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FC23F0-AC77-4CEF-989A-1D8D2E2BA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0126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827D00-A5DD-4CD0-B64E-BB2D7E75F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Postman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27E43A-D763-489B-B265-D910F9DCE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/>
              <a:t>Download at: </a:t>
            </a:r>
            <a:r>
              <a:rPr lang="en-US" altLang="zh-TW" sz="2800" dirty="0">
                <a:hlinkClick r:id="rId2"/>
              </a:rPr>
              <a:t>https://www.getpostman.com/downloads/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510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560DD5-EA29-4283-8F65-E9C829E15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CA6B96-FE61-4FD6-B371-D69BB186D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458F1F2-D0CC-49F7-8571-199BF81EF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678663"/>
            <a:ext cx="10205884" cy="549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436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14F6DE-22B8-46EE-95AE-BA7421C60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CAB06F-3920-421C-8FC7-1889CEA41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65FC522-4A22-44B5-8F7C-C4B4245B0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708222"/>
            <a:ext cx="10081647" cy="546397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C01549E-3F27-4E56-9DD0-5563457D9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437" y="220761"/>
            <a:ext cx="4581525" cy="64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66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BD310F-1612-4E4E-8E0C-E09C5A070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075CEC3E-7B33-4FFF-A038-9E8117D6FD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2207"/>
          <a:stretch/>
        </p:blipFill>
        <p:spPr>
          <a:xfrm>
            <a:off x="1371600" y="1773957"/>
            <a:ext cx="9601200" cy="331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681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3264D0-F921-40E1-97B1-94B742E9A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1E49B54-0F50-449B-B8E1-6A83F382CA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704207"/>
            <a:ext cx="9601200" cy="344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665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40A1AD-6624-4CCF-AE77-92D00B5C4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B47D1C82-163C-4B1C-B66C-7448661AC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0133" y="2249129"/>
            <a:ext cx="8064133" cy="353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0749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949814-481F-4B59-A39E-64030CDDA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Finalporject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36EA9-98F2-4DB9-9E5D-C43C2FD85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61526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D3349B5-AA8C-4119-A6C9-550195220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Final</a:t>
            </a:r>
            <a:r>
              <a:rPr lang="zh-TW" altLang="en-US" dirty="0"/>
              <a:t> </a:t>
            </a:r>
            <a:r>
              <a:rPr lang="en-US" altLang="zh-TW" dirty="0"/>
              <a:t>project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D3E4C59-2D46-474D-B8E2-DBEF4B352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zh-TW" altLang="en-US" sz="2800" dirty="0"/>
              <a:t>實作 </a:t>
            </a:r>
            <a:r>
              <a:rPr lang="en-US" altLang="zh-TW" sz="2800" dirty="0" err="1"/>
              <a:t>apiList.yaml</a:t>
            </a:r>
            <a:r>
              <a:rPr lang="en-US" altLang="zh-TW" sz="2800" dirty="0"/>
              <a:t> </a:t>
            </a:r>
            <a:r>
              <a:rPr lang="zh-TW" altLang="en-US" sz="2800" dirty="0"/>
              <a:t>中所有的</a:t>
            </a:r>
            <a:r>
              <a:rPr lang="en-US" altLang="zh-TW" sz="2800" dirty="0"/>
              <a:t>API --- 40%</a:t>
            </a:r>
          </a:p>
          <a:p>
            <a:pPr marL="514350" indent="-514350">
              <a:buAutoNum type="arabicPeriod"/>
            </a:pPr>
            <a:r>
              <a:rPr lang="zh-TW" altLang="en-US" sz="2800" dirty="0"/>
              <a:t>使用</a:t>
            </a:r>
            <a:r>
              <a:rPr lang="en-US" altLang="zh-TW" sz="2800" dirty="0"/>
              <a:t>Postman </a:t>
            </a:r>
            <a:r>
              <a:rPr lang="zh-TW" altLang="en-US" sz="2800" dirty="0"/>
              <a:t>測試</a:t>
            </a:r>
            <a:r>
              <a:rPr lang="en-US" altLang="zh-TW" sz="2800" dirty="0"/>
              <a:t>API --- 20%</a:t>
            </a:r>
          </a:p>
          <a:p>
            <a:pPr marL="514350" indent="-514350">
              <a:buAutoNum type="arabicPeriod" startAt="3"/>
            </a:pPr>
            <a:r>
              <a:rPr lang="en-US" altLang="zh-TW" sz="2800" dirty="0"/>
              <a:t>Live Demo --- 40%</a:t>
            </a:r>
          </a:p>
          <a:p>
            <a:pPr marL="514350" indent="-514350">
              <a:buAutoNum type="arabicPeriod" startAt="3"/>
            </a:pPr>
            <a:r>
              <a:rPr lang="zh-TW" altLang="en-US" sz="2800" dirty="0"/>
              <a:t>實作網頁展示成果 </a:t>
            </a:r>
            <a:r>
              <a:rPr lang="en-US" altLang="zh-TW" sz="2800" dirty="0"/>
              <a:t>--- bonus 30%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370466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011DF5-7CAB-4174-B38E-48FAEF106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Submit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7AFC4A-1F3A-4FF0-B4A2-6DA89D166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2566219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實作 </a:t>
            </a:r>
            <a:r>
              <a:rPr lang="en-US" altLang="zh-TW" sz="2800" dirty="0"/>
              <a:t>API </a:t>
            </a:r>
            <a:r>
              <a:rPr lang="zh-TW" altLang="en-US" sz="2800" dirty="0"/>
              <a:t>請將</a:t>
            </a:r>
            <a:r>
              <a:rPr lang="en-US" altLang="zh-TW" sz="2800" dirty="0"/>
              <a:t>source code</a:t>
            </a:r>
            <a:r>
              <a:rPr lang="zh-TW" altLang="en-US" sz="2800" dirty="0"/>
              <a:t> 放入資料夾中 資料夾請命名為 </a:t>
            </a:r>
            <a:r>
              <a:rPr lang="en-US" altLang="zh-TW" sz="2800" dirty="0"/>
              <a:t>rxx525xxx</a:t>
            </a:r>
          </a:p>
          <a:p>
            <a:r>
              <a:rPr lang="zh-TW" altLang="en-US" sz="2800" dirty="0"/>
              <a:t>請將 </a:t>
            </a:r>
            <a:r>
              <a:rPr lang="en-US" altLang="zh-TW" sz="2800" dirty="0"/>
              <a:t>Postman</a:t>
            </a:r>
            <a:r>
              <a:rPr lang="zh-TW" altLang="en-US" sz="2800" dirty="0"/>
              <a:t> 匯出為 </a:t>
            </a:r>
            <a:r>
              <a:rPr lang="en-US" altLang="zh-TW" sz="2800" dirty="0"/>
              <a:t>rxx525xxx.json</a:t>
            </a:r>
          </a:p>
          <a:p>
            <a:r>
              <a:rPr lang="zh-TW" altLang="en-US" sz="2800" dirty="0"/>
              <a:t>實作網頁請將</a:t>
            </a:r>
            <a:r>
              <a:rPr lang="en-US" altLang="zh-TW" sz="2800" dirty="0"/>
              <a:t>source code</a:t>
            </a:r>
            <a:r>
              <a:rPr lang="zh-TW" altLang="en-US" sz="2800" dirty="0"/>
              <a:t> 放入資料夾中 資料夾請命名為 </a:t>
            </a:r>
            <a:r>
              <a:rPr lang="en-US" altLang="zh-TW" sz="2800" dirty="0"/>
              <a:t>rxx525xxx_front (bonus)</a:t>
            </a:r>
          </a:p>
          <a:p>
            <a:endParaRPr lang="en-US" altLang="zh-TW" sz="2800" dirty="0"/>
          </a:p>
          <a:p>
            <a:endParaRPr lang="zh-TW" altLang="en-US" sz="28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D27B374-4E36-4974-85AD-819268EEA76A}"/>
              </a:ext>
            </a:extLst>
          </p:cNvPr>
          <p:cNvSpPr txBox="1"/>
          <p:nvPr/>
        </p:nvSpPr>
        <p:spPr>
          <a:xfrm>
            <a:off x="1371600" y="5161936"/>
            <a:ext cx="9366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b="1" dirty="0">
                <a:solidFill>
                  <a:srgbClr val="FF0000"/>
                </a:solidFill>
              </a:rPr>
              <a:t>請將上述所有檔案壓縮並命名為 </a:t>
            </a:r>
            <a:r>
              <a:rPr lang="en-US" altLang="zh-TW" sz="2800" b="1" dirty="0">
                <a:solidFill>
                  <a:srgbClr val="FF0000"/>
                </a:solidFill>
              </a:rPr>
              <a:t>rxx525xxx.zip </a:t>
            </a:r>
            <a:r>
              <a:rPr lang="zh-TW" altLang="en-US" sz="2800" b="1" dirty="0">
                <a:solidFill>
                  <a:srgbClr val="FF0000"/>
                </a:solidFill>
              </a:rPr>
              <a:t>並上傳</a:t>
            </a:r>
            <a:r>
              <a:rPr lang="en-US" altLang="zh-TW" sz="2800" b="1" dirty="0">
                <a:solidFill>
                  <a:srgbClr val="FF0000"/>
                </a:solidFill>
              </a:rPr>
              <a:t>Ceiba</a:t>
            </a:r>
          </a:p>
        </p:txBody>
      </p:sp>
    </p:spTree>
    <p:extLst>
      <p:ext uri="{BB962C8B-B14F-4D97-AF65-F5344CB8AC3E}">
        <p14:creationId xmlns:p14="http://schemas.microsoft.com/office/powerpoint/2010/main" val="19910325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C6094B-77EC-4B31-835B-A2D44F4C8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Live Demo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BAA987-1307-41CD-8418-EDFB7BEE6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/>
              <a:t>請準備投影片說明你選用什麼方式實作 </a:t>
            </a:r>
            <a:r>
              <a:rPr lang="en-US" altLang="zh-TW" sz="3200" dirty="0"/>
              <a:t>API</a:t>
            </a:r>
            <a:r>
              <a:rPr lang="zh-TW" altLang="en-US" sz="3200" dirty="0"/>
              <a:t> 及 資料庫系統在過程中有沒有遇到什麼問題，並實際操作系統</a:t>
            </a:r>
            <a:r>
              <a:rPr lang="en-US" altLang="zh-TW" sz="3200" dirty="0"/>
              <a:t>(Live Demo) </a:t>
            </a:r>
            <a:r>
              <a:rPr lang="zh-TW" altLang="en-US" sz="3200" dirty="0">
                <a:solidFill>
                  <a:srgbClr val="FF0000"/>
                </a:solidFill>
              </a:rPr>
              <a:t>約 </a:t>
            </a:r>
            <a:r>
              <a:rPr lang="en-US" altLang="zh-TW" sz="3200" dirty="0">
                <a:solidFill>
                  <a:srgbClr val="FF0000"/>
                </a:solidFill>
              </a:rPr>
              <a:t>10</a:t>
            </a:r>
            <a:r>
              <a:rPr lang="zh-TW" altLang="en-US" sz="3200" dirty="0">
                <a:solidFill>
                  <a:srgbClr val="FF0000"/>
                </a:solidFill>
              </a:rPr>
              <a:t> 分鐘</a:t>
            </a:r>
          </a:p>
        </p:txBody>
      </p:sp>
    </p:spTree>
    <p:extLst>
      <p:ext uri="{BB962C8B-B14F-4D97-AF65-F5344CB8AC3E}">
        <p14:creationId xmlns:p14="http://schemas.microsoft.com/office/powerpoint/2010/main" val="3415090666"/>
      </p:ext>
    </p:extLst>
  </p:cSld>
  <p:clrMapOvr>
    <a:masterClrMapping/>
  </p:clrMapOvr>
</p:sld>
</file>

<file path=ppt/theme/theme1.xml><?xml version="1.0" encoding="utf-8"?>
<a:theme xmlns:a="http://schemas.openxmlformats.org/drawingml/2006/main" name="裁剪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TM10001105[[fn=裁剪]]</Template>
  <TotalTime>4445</TotalTime>
  <Words>494</Words>
  <Application>Microsoft Office PowerPoint</Application>
  <PresentationFormat>寬螢幕</PresentationFormat>
  <Paragraphs>68</Paragraphs>
  <Slides>30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5" baseType="lpstr">
      <vt:lpstr>微軟正黑體</vt:lpstr>
      <vt:lpstr>新細明體</vt:lpstr>
      <vt:lpstr>Calibri</vt:lpstr>
      <vt:lpstr>Franklin Gothic Book</vt:lpstr>
      <vt:lpstr>裁剪</vt:lpstr>
      <vt:lpstr>資料庫系統 期末作業</vt:lpstr>
      <vt:lpstr>Outline</vt:lpstr>
      <vt:lpstr>Table introduction</vt:lpstr>
      <vt:lpstr>Table: Member</vt:lpstr>
      <vt:lpstr>Table: MemberType</vt:lpstr>
      <vt:lpstr>Table: Sales</vt:lpstr>
      <vt:lpstr>Table: EventType</vt:lpstr>
      <vt:lpstr>Table: Event</vt:lpstr>
      <vt:lpstr>API Introduction</vt:lpstr>
      <vt:lpstr>Swagger Edit</vt:lpstr>
      <vt:lpstr>Swagger Edit Online</vt:lpstr>
      <vt:lpstr>Swagger Edit Online</vt:lpstr>
      <vt:lpstr>Swagger Edit Online</vt:lpstr>
      <vt:lpstr>Backend Example(Flask)</vt:lpstr>
      <vt:lpstr>Flask</vt:lpstr>
      <vt:lpstr>Parameter</vt:lpstr>
      <vt:lpstr>Implement API</vt:lpstr>
      <vt:lpstr>Implement utils</vt:lpstr>
      <vt:lpstr>Add API</vt:lpstr>
      <vt:lpstr>Post man</vt:lpstr>
      <vt:lpstr>Postman</vt:lpstr>
      <vt:lpstr>PowerPoint 簡報</vt:lpstr>
      <vt:lpstr>PowerPoint 簡報</vt:lpstr>
      <vt:lpstr>PowerPoint 簡報</vt:lpstr>
      <vt:lpstr>PowerPoint 簡報</vt:lpstr>
      <vt:lpstr>PowerPoint 簡報</vt:lpstr>
      <vt:lpstr>Finalporject</vt:lpstr>
      <vt:lpstr>Final project</vt:lpstr>
      <vt:lpstr>Submit</vt:lpstr>
      <vt:lpstr>Live 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資料庫系統 期末作業</dc:title>
  <dc:creator>HsuanYu Lin</dc:creator>
  <cp:lastModifiedBy>HsuanYu Lin</cp:lastModifiedBy>
  <cp:revision>22</cp:revision>
  <dcterms:created xsi:type="dcterms:W3CDTF">2019-11-23T14:15:57Z</dcterms:created>
  <dcterms:modified xsi:type="dcterms:W3CDTF">2019-11-26T16:21:01Z</dcterms:modified>
</cp:coreProperties>
</file>