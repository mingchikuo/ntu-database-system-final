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5" r:id="rId1"/>
    <p:sldMasterId id="2147484031" r:id="rId2"/>
  </p:sldMasterIdLst>
  <p:notesMasterIdLst>
    <p:notesMasterId r:id="rId8"/>
  </p:notesMasterIdLst>
  <p:sldIdLst>
    <p:sldId id="2745" r:id="rId3"/>
    <p:sldId id="2781" r:id="rId4"/>
    <p:sldId id="2784" r:id="rId5"/>
    <p:sldId id="2786" r:id="rId6"/>
    <p:sldId id="2785" r:id="rId7"/>
  </p:sldIdLst>
  <p:sldSz cx="9644063" cy="7232650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3038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56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>
      <p:cViewPr varScale="1">
        <p:scale>
          <a:sx n="79" d="100"/>
          <a:sy n="79" d="100"/>
        </p:scale>
        <p:origin x="1699" y="72"/>
      </p:cViewPr>
      <p:guideLst>
        <p:guide orient="horz" pos="373"/>
        <p:guide pos="3038"/>
        <p:guide pos="384"/>
        <p:guide orient="horz" pos="4183"/>
        <p:guide pos="5691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2019/12/26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881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505848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16793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347993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228963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3031" y="6703599"/>
            <a:ext cx="2169914" cy="386187"/>
          </a:xfrm>
          <a:prstGeom prst="rect">
            <a:avLst/>
          </a:prstGeom>
        </p:spPr>
        <p:txBody>
          <a:bodyPr/>
          <a:lstStyle/>
          <a:p>
            <a:fld id="{E3AD87B8-9A4B-45E2-BBE5-FB86ADE287A3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94597" y="6703599"/>
            <a:ext cx="3254871" cy="3861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11121" y="6703599"/>
            <a:ext cx="2169914" cy="386187"/>
          </a:xfrm>
          <a:prstGeom prst="rect">
            <a:avLst/>
          </a:prstGeom>
        </p:spPr>
        <p:txBody>
          <a:bodyPr/>
          <a:lstStyle/>
          <a:p>
            <a:fld id="{37AAA611-6692-4583-86AB-5AB9B972B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5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305" y="1183677"/>
            <a:ext cx="8197454" cy="2518034"/>
          </a:xfrm>
        </p:spPr>
        <p:txBody>
          <a:bodyPr anchor="b"/>
          <a:lstStyle>
            <a:lvl1pPr algn="ctr">
              <a:defRPr sz="632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5508" y="3798816"/>
            <a:ext cx="7233047" cy="1746216"/>
          </a:xfrm>
        </p:spPr>
        <p:txBody>
          <a:bodyPr/>
          <a:lstStyle>
            <a:lvl1pPr marL="0" indent="0" algn="ctr">
              <a:buNone/>
              <a:defRPr sz="2531"/>
            </a:lvl1pPr>
            <a:lvl2pPr marL="482163" indent="0" algn="ctr">
              <a:buNone/>
              <a:defRPr sz="2109"/>
            </a:lvl2pPr>
            <a:lvl3pPr marL="964326" indent="0" algn="ctr">
              <a:buNone/>
              <a:defRPr sz="1898"/>
            </a:lvl3pPr>
            <a:lvl4pPr marL="1446489" indent="0" algn="ctr">
              <a:buNone/>
              <a:defRPr sz="1687"/>
            </a:lvl4pPr>
            <a:lvl5pPr marL="1928652" indent="0" algn="ctr">
              <a:buNone/>
              <a:defRPr sz="1687"/>
            </a:lvl5pPr>
            <a:lvl6pPr marL="2410816" indent="0" algn="ctr">
              <a:buNone/>
              <a:defRPr sz="1687"/>
            </a:lvl6pPr>
            <a:lvl7pPr marL="2892979" indent="0" algn="ctr">
              <a:buNone/>
              <a:defRPr sz="1687"/>
            </a:lvl7pPr>
            <a:lvl8pPr marL="3375142" indent="0" algn="ctr">
              <a:buNone/>
              <a:defRPr sz="1687"/>
            </a:lvl8pPr>
            <a:lvl9pPr marL="3857305" indent="0" algn="ctr">
              <a:buNone/>
              <a:defRPr sz="168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48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9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07" y="1803142"/>
            <a:ext cx="8318004" cy="3008581"/>
          </a:xfrm>
        </p:spPr>
        <p:txBody>
          <a:bodyPr anchor="b"/>
          <a:lstStyle>
            <a:lvl1pPr>
              <a:defRPr sz="632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007" y="4840185"/>
            <a:ext cx="8318004" cy="1582142"/>
          </a:xfrm>
        </p:spPr>
        <p:txBody>
          <a:bodyPr/>
          <a:lstStyle>
            <a:lvl1pPr marL="0" indent="0">
              <a:buNone/>
              <a:defRPr sz="2531">
                <a:solidFill>
                  <a:schemeClr val="tx1"/>
                </a:solidFill>
              </a:defRPr>
            </a:lvl1pPr>
            <a:lvl2pPr marL="482163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2pPr>
            <a:lvl3pPr marL="96432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3pPr>
            <a:lvl4pPr marL="1446489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4pPr>
            <a:lvl5pPr marL="1928652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5pPr>
            <a:lvl6pPr marL="2410816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6pPr>
            <a:lvl7pPr marL="2892979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7pPr>
            <a:lvl8pPr marL="3375142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8pPr>
            <a:lvl9pPr marL="3857305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43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3029" y="1925358"/>
            <a:ext cx="4098727" cy="45890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2307" y="1925358"/>
            <a:ext cx="4098727" cy="45890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93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286" y="385073"/>
            <a:ext cx="8318004" cy="139797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287" y="1773004"/>
            <a:ext cx="4079890" cy="868922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163" indent="0">
              <a:buNone/>
              <a:defRPr sz="2109" b="1"/>
            </a:lvl2pPr>
            <a:lvl3pPr marL="964326" indent="0">
              <a:buNone/>
              <a:defRPr sz="1898" b="1"/>
            </a:lvl3pPr>
            <a:lvl4pPr marL="1446489" indent="0">
              <a:buNone/>
              <a:defRPr sz="1687" b="1"/>
            </a:lvl4pPr>
            <a:lvl5pPr marL="1928652" indent="0">
              <a:buNone/>
              <a:defRPr sz="1687" b="1"/>
            </a:lvl5pPr>
            <a:lvl6pPr marL="2410816" indent="0">
              <a:buNone/>
              <a:defRPr sz="1687" b="1"/>
            </a:lvl6pPr>
            <a:lvl7pPr marL="2892979" indent="0">
              <a:buNone/>
              <a:defRPr sz="1687" b="1"/>
            </a:lvl7pPr>
            <a:lvl8pPr marL="3375142" indent="0">
              <a:buNone/>
              <a:defRPr sz="1687" b="1"/>
            </a:lvl8pPr>
            <a:lvl9pPr marL="3857305" indent="0">
              <a:buNone/>
              <a:defRPr sz="168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287" y="2641926"/>
            <a:ext cx="4079890" cy="38858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2307" y="1773004"/>
            <a:ext cx="4099983" cy="868922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163" indent="0">
              <a:buNone/>
              <a:defRPr sz="2109" b="1"/>
            </a:lvl2pPr>
            <a:lvl3pPr marL="964326" indent="0">
              <a:buNone/>
              <a:defRPr sz="1898" b="1"/>
            </a:lvl3pPr>
            <a:lvl4pPr marL="1446489" indent="0">
              <a:buNone/>
              <a:defRPr sz="1687" b="1"/>
            </a:lvl4pPr>
            <a:lvl5pPr marL="1928652" indent="0">
              <a:buNone/>
              <a:defRPr sz="1687" b="1"/>
            </a:lvl5pPr>
            <a:lvl6pPr marL="2410816" indent="0">
              <a:buNone/>
              <a:defRPr sz="1687" b="1"/>
            </a:lvl6pPr>
            <a:lvl7pPr marL="2892979" indent="0">
              <a:buNone/>
              <a:defRPr sz="1687" b="1"/>
            </a:lvl7pPr>
            <a:lvl8pPr marL="3375142" indent="0">
              <a:buNone/>
              <a:defRPr sz="1687" b="1"/>
            </a:lvl8pPr>
            <a:lvl9pPr marL="3857305" indent="0">
              <a:buNone/>
              <a:defRPr sz="168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2307" y="2641926"/>
            <a:ext cx="4099983" cy="388587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02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34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7B8-9A4B-45E2-BBE5-FB86ADE287A3}" type="datetimeFigureOut">
              <a:rPr lang="zh-CN" altLang="en-US" smtClean="0"/>
              <a:t>2019/12/26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A611-6692-4583-86AB-5AB9B972BD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52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286" y="482177"/>
            <a:ext cx="3110461" cy="168761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9983" y="1041369"/>
            <a:ext cx="4882307" cy="5139869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286" y="2169795"/>
            <a:ext cx="3110461" cy="4019814"/>
          </a:xfrm>
        </p:spPr>
        <p:txBody>
          <a:bodyPr/>
          <a:lstStyle>
            <a:lvl1pPr marL="0" indent="0">
              <a:buNone/>
              <a:defRPr sz="1687"/>
            </a:lvl1pPr>
            <a:lvl2pPr marL="482163" indent="0">
              <a:buNone/>
              <a:defRPr sz="1476"/>
            </a:lvl2pPr>
            <a:lvl3pPr marL="964326" indent="0">
              <a:buNone/>
              <a:defRPr sz="1266"/>
            </a:lvl3pPr>
            <a:lvl4pPr marL="1446489" indent="0">
              <a:buNone/>
              <a:defRPr sz="1055"/>
            </a:lvl4pPr>
            <a:lvl5pPr marL="1928652" indent="0">
              <a:buNone/>
              <a:defRPr sz="1055"/>
            </a:lvl5pPr>
            <a:lvl6pPr marL="2410816" indent="0">
              <a:buNone/>
              <a:defRPr sz="1055"/>
            </a:lvl6pPr>
            <a:lvl7pPr marL="2892979" indent="0">
              <a:buNone/>
              <a:defRPr sz="1055"/>
            </a:lvl7pPr>
            <a:lvl8pPr marL="3375142" indent="0">
              <a:buNone/>
              <a:defRPr sz="1055"/>
            </a:lvl8pPr>
            <a:lvl9pPr marL="3857305" indent="0">
              <a:buNone/>
              <a:defRPr sz="105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98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286" y="482177"/>
            <a:ext cx="3110461" cy="1687618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99983" y="1041369"/>
            <a:ext cx="4882307" cy="5139869"/>
          </a:xfrm>
        </p:spPr>
        <p:txBody>
          <a:bodyPr anchor="t"/>
          <a:lstStyle>
            <a:lvl1pPr marL="0" indent="0">
              <a:buNone/>
              <a:defRPr sz="3375"/>
            </a:lvl1pPr>
            <a:lvl2pPr marL="482163" indent="0">
              <a:buNone/>
              <a:defRPr sz="2953"/>
            </a:lvl2pPr>
            <a:lvl3pPr marL="964326" indent="0">
              <a:buNone/>
              <a:defRPr sz="2531"/>
            </a:lvl3pPr>
            <a:lvl4pPr marL="1446489" indent="0">
              <a:buNone/>
              <a:defRPr sz="2109"/>
            </a:lvl4pPr>
            <a:lvl5pPr marL="1928652" indent="0">
              <a:buNone/>
              <a:defRPr sz="2109"/>
            </a:lvl5pPr>
            <a:lvl6pPr marL="2410816" indent="0">
              <a:buNone/>
              <a:defRPr sz="2109"/>
            </a:lvl6pPr>
            <a:lvl7pPr marL="2892979" indent="0">
              <a:buNone/>
              <a:defRPr sz="2109"/>
            </a:lvl7pPr>
            <a:lvl8pPr marL="3375142" indent="0">
              <a:buNone/>
              <a:defRPr sz="2109"/>
            </a:lvl8pPr>
            <a:lvl9pPr marL="3857305" indent="0">
              <a:buNone/>
              <a:defRPr sz="2109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286" y="2169795"/>
            <a:ext cx="3110461" cy="4019814"/>
          </a:xfrm>
        </p:spPr>
        <p:txBody>
          <a:bodyPr/>
          <a:lstStyle>
            <a:lvl1pPr marL="0" indent="0">
              <a:buNone/>
              <a:defRPr sz="1687"/>
            </a:lvl1pPr>
            <a:lvl2pPr marL="482163" indent="0">
              <a:buNone/>
              <a:defRPr sz="1476"/>
            </a:lvl2pPr>
            <a:lvl3pPr marL="964326" indent="0">
              <a:buNone/>
              <a:defRPr sz="1266"/>
            </a:lvl3pPr>
            <a:lvl4pPr marL="1446489" indent="0">
              <a:buNone/>
              <a:defRPr sz="1055"/>
            </a:lvl4pPr>
            <a:lvl5pPr marL="1928652" indent="0">
              <a:buNone/>
              <a:defRPr sz="1055"/>
            </a:lvl5pPr>
            <a:lvl6pPr marL="2410816" indent="0">
              <a:buNone/>
              <a:defRPr sz="1055"/>
            </a:lvl6pPr>
            <a:lvl7pPr marL="2892979" indent="0">
              <a:buNone/>
              <a:defRPr sz="1055"/>
            </a:lvl7pPr>
            <a:lvl8pPr marL="3375142" indent="0">
              <a:buNone/>
              <a:defRPr sz="1055"/>
            </a:lvl8pPr>
            <a:lvl9pPr marL="3857305" indent="0">
              <a:buNone/>
              <a:defRPr sz="105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29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97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01533" y="385071"/>
            <a:ext cx="2079501" cy="612933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3030" y="385071"/>
            <a:ext cx="6117952" cy="612933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89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2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</p:sldLayoutIdLst>
  <p:txStyles>
    <p:titleStyle>
      <a:lvl1pPr algn="l" defTabSz="68585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5" indent="-171465" algn="l" defTabSz="68585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94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21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50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78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07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36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965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893" indent="-171465" algn="l" defTabSz="68585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29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57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86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15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43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72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00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30" algn="l" defTabSz="68585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3030" y="385073"/>
            <a:ext cx="8318004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030" y="1925358"/>
            <a:ext cx="8318004" cy="458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3029" y="6703596"/>
            <a:ext cx="2169914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94596" y="6703596"/>
            <a:ext cx="3254871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11120" y="6703596"/>
            <a:ext cx="2169914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1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  <p:sldLayoutId id="2147484033" r:id="rId2"/>
    <p:sldLayoutId id="2147484034" r:id="rId3"/>
    <p:sldLayoutId id="2147484035" r:id="rId4"/>
    <p:sldLayoutId id="2147484036" r:id="rId5"/>
    <p:sldLayoutId id="2147484037" r:id="rId6"/>
    <p:sldLayoutId id="2147484038" r:id="rId7"/>
    <p:sldLayoutId id="2147484039" r:id="rId8"/>
    <p:sldLayoutId id="2147484040" r:id="rId9"/>
    <p:sldLayoutId id="2147484041" r:id="rId10"/>
    <p:sldLayoutId id="2147484042" r:id="rId11"/>
  </p:sldLayoutIdLst>
  <p:txStyles>
    <p:titleStyle>
      <a:lvl1pPr algn="l" defTabSz="964326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082" indent="-241082" algn="l" defTabSz="964326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1pPr>
      <a:lvl2pPr marL="723245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2pPr>
      <a:lvl3pPr marL="1205408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3pPr>
      <a:lvl4pPr marL="1687571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2169734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651897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3134060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616223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4098387" indent="-241082" algn="l" defTabSz="964326" rtl="0" eaLnBrk="1" latinLnBrk="0" hangingPunct="1">
        <a:lnSpc>
          <a:spcPct val="90000"/>
        </a:lnSpc>
        <a:spcBef>
          <a:spcPts val="527"/>
        </a:spcBef>
        <a:buFont typeface="Arial" panose="020B0604020202020204" pitchFamily="34" charset="0"/>
        <a:buChar char="•"/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163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326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489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652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0816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2979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142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305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59"/>
          <p:cNvSpPr>
            <a:spLocks noChangeArrowheads="1"/>
          </p:cNvSpPr>
          <p:nvPr/>
        </p:nvSpPr>
        <p:spPr bwMode="auto">
          <a:xfrm>
            <a:off x="2175737" y="1225036"/>
            <a:ext cx="14041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endParaRPr lang="en-US" altLang="zh-TW" sz="5400" b="1" cap="all" dirty="0">
              <a:solidFill>
                <a:schemeClr val="accent1"/>
              </a:solidFill>
              <a:latin typeface="MaMELON" panose="02000600000000000000" pitchFamily="50" charset="-128"/>
              <a:ea typeface="MaMELON" panose="0200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265" y="4952516"/>
            <a:ext cx="9643533" cy="2280134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265" y="4750453"/>
            <a:ext cx="9643533" cy="44476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BFC0923-FCA0-4308-B2A2-F5C81C8AED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274" y="5195216"/>
            <a:ext cx="1119560" cy="172412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91A3D17-36FF-48A8-9E66-3789529691C9}"/>
              </a:ext>
            </a:extLst>
          </p:cNvPr>
          <p:cNvSpPr/>
          <p:nvPr/>
        </p:nvSpPr>
        <p:spPr>
          <a:xfrm>
            <a:off x="326277" y="70874"/>
            <a:ext cx="8864927" cy="52629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DBS Final</a:t>
            </a:r>
          </a:p>
          <a:p>
            <a:r>
              <a:rPr lang="zh-TW" altLang="en-US" sz="8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郭名旗 </a:t>
            </a:r>
            <a:r>
              <a:rPr lang="en-US" altLang="zh-TW" sz="8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R07525097</a:t>
            </a:r>
          </a:p>
          <a:p>
            <a:r>
              <a:rPr lang="zh-TW" altLang="en-US" sz="8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報告順序 </a:t>
            </a:r>
            <a:r>
              <a:rPr lang="en-US" altLang="zh-TW" sz="8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15</a:t>
            </a:r>
          </a:p>
          <a:p>
            <a:endParaRPr lang="zh-TW" altLang="en-US" sz="8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19897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6" presetClass="emph" presetSubtype="0" fill="hold" grpId="1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535786" y="756086"/>
            <a:ext cx="9093995" cy="161455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-14281" y="0"/>
            <a:ext cx="432913" cy="91754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DF584CC-683A-434A-BA82-F2FF1CB7321F}"/>
              </a:ext>
            </a:extLst>
          </p:cNvPr>
          <p:cNvSpPr>
            <a:spLocks/>
          </p:cNvSpPr>
          <p:nvPr/>
        </p:nvSpPr>
        <p:spPr bwMode="auto">
          <a:xfrm>
            <a:off x="265" y="7000701"/>
            <a:ext cx="9643533" cy="231948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3378E64B-3D96-46F3-A604-8E40960D3E3D}"/>
              </a:ext>
            </a:extLst>
          </p:cNvPr>
          <p:cNvSpPr>
            <a:spLocks/>
          </p:cNvSpPr>
          <p:nvPr/>
        </p:nvSpPr>
        <p:spPr bwMode="auto">
          <a:xfrm>
            <a:off x="14282" y="6914155"/>
            <a:ext cx="9643533" cy="13092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EC78502-1F76-4BAE-9338-9290D1E084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049" y="7006350"/>
            <a:ext cx="150616" cy="23194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61F7C2C-C816-447A-91C1-5AD6C1BDFFF0}"/>
              </a:ext>
            </a:extLst>
          </p:cNvPr>
          <p:cNvSpPr/>
          <p:nvPr/>
        </p:nvSpPr>
        <p:spPr>
          <a:xfrm>
            <a:off x="514875" y="0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主要開發環境</a:t>
            </a:r>
            <a:endParaRPr lang="en-US" altLang="zh-TW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16932B-1F85-4278-BAD7-F09133F43FCC}"/>
              </a:ext>
            </a:extLst>
          </p:cNvPr>
          <p:cNvSpPr/>
          <p:nvPr/>
        </p:nvSpPr>
        <p:spPr>
          <a:xfrm>
            <a:off x="645567" y="1171584"/>
            <a:ext cx="64807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4800" b="1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Win10</a:t>
            </a:r>
          </a:p>
          <a:p>
            <a:pPr marL="457200" indent="-457200">
              <a:buAutoNum type="arabicPeriod"/>
            </a:pPr>
            <a:r>
              <a:rPr lang="en-US" altLang="zh-TW" sz="4800" b="1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MySQL</a:t>
            </a:r>
          </a:p>
          <a:p>
            <a:pPr marL="457200" indent="-457200">
              <a:buAutoNum type="arabicPeriod"/>
            </a:pPr>
            <a:r>
              <a:rPr lang="en-US" altLang="zh-TW" sz="4800" b="1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Flask-RESTful</a:t>
            </a:r>
          </a:p>
          <a:p>
            <a:pPr marL="457200" indent="-457200">
              <a:buAutoNum type="arabicPeriod"/>
            </a:pPr>
            <a:r>
              <a:rPr lang="en-US" altLang="zh-TW" sz="4800" b="1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Flask-</a:t>
            </a:r>
            <a:r>
              <a:rPr lang="en-US" altLang="zh-TW" sz="4800" b="1" dirty="0" err="1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SQLAlchemy</a:t>
            </a:r>
            <a:endParaRPr lang="en-US" altLang="zh-TW" sz="4800" b="1" dirty="0">
              <a:solidFill>
                <a:srgbClr val="00206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zh-TW" sz="4800" b="1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Flask-</a:t>
            </a:r>
            <a:r>
              <a:rPr lang="en-US" altLang="zh-TW" sz="4800" b="1" dirty="0" err="1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jwt</a:t>
            </a:r>
            <a:endParaRPr lang="en-US" altLang="zh-TW" sz="4800" b="1" dirty="0">
              <a:solidFill>
                <a:srgbClr val="00206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027481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535786" y="756086"/>
            <a:ext cx="9093995" cy="161455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-14281" y="0"/>
            <a:ext cx="432913" cy="91754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DF584CC-683A-434A-BA82-F2FF1CB7321F}"/>
              </a:ext>
            </a:extLst>
          </p:cNvPr>
          <p:cNvSpPr>
            <a:spLocks/>
          </p:cNvSpPr>
          <p:nvPr/>
        </p:nvSpPr>
        <p:spPr bwMode="auto">
          <a:xfrm>
            <a:off x="265" y="7000701"/>
            <a:ext cx="9643533" cy="231948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3378E64B-3D96-46F3-A604-8E40960D3E3D}"/>
              </a:ext>
            </a:extLst>
          </p:cNvPr>
          <p:cNvSpPr>
            <a:spLocks/>
          </p:cNvSpPr>
          <p:nvPr/>
        </p:nvSpPr>
        <p:spPr bwMode="auto">
          <a:xfrm>
            <a:off x="14282" y="6914155"/>
            <a:ext cx="9643533" cy="13092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EC78502-1F76-4BAE-9338-9290D1E084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049" y="7006350"/>
            <a:ext cx="150616" cy="23194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61F7C2C-C816-447A-91C1-5AD6C1BDFFF0}"/>
              </a:ext>
            </a:extLst>
          </p:cNvPr>
          <p:cNvSpPr/>
          <p:nvPr/>
        </p:nvSpPr>
        <p:spPr>
          <a:xfrm>
            <a:off x="514875" y="0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Flask-</a:t>
            </a:r>
            <a:r>
              <a:rPr lang="en-US" altLang="zh-TW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SQLAlchemy</a:t>
            </a:r>
            <a:endParaRPr lang="en-US" altLang="zh-TW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16932B-1F85-4278-BAD7-F09133F43FCC}"/>
              </a:ext>
            </a:extLst>
          </p:cNvPr>
          <p:cNvSpPr/>
          <p:nvPr/>
        </p:nvSpPr>
        <p:spPr>
          <a:xfrm>
            <a:off x="645567" y="117158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sz="4800" b="1" dirty="0">
              <a:solidFill>
                <a:srgbClr val="00206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DC4610-53EF-413D-9804-E474397AA8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13" y="928091"/>
            <a:ext cx="8021240" cy="59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005621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535786" y="756086"/>
            <a:ext cx="9093995" cy="161455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-14281" y="0"/>
            <a:ext cx="432913" cy="91754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DF584CC-683A-434A-BA82-F2FF1CB7321F}"/>
              </a:ext>
            </a:extLst>
          </p:cNvPr>
          <p:cNvSpPr>
            <a:spLocks/>
          </p:cNvSpPr>
          <p:nvPr/>
        </p:nvSpPr>
        <p:spPr bwMode="auto">
          <a:xfrm>
            <a:off x="265" y="7000701"/>
            <a:ext cx="9643533" cy="231948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3378E64B-3D96-46F3-A604-8E40960D3E3D}"/>
              </a:ext>
            </a:extLst>
          </p:cNvPr>
          <p:cNvSpPr>
            <a:spLocks/>
          </p:cNvSpPr>
          <p:nvPr/>
        </p:nvSpPr>
        <p:spPr bwMode="auto">
          <a:xfrm>
            <a:off x="14282" y="6914155"/>
            <a:ext cx="9643533" cy="13092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EC78502-1F76-4BAE-9338-9290D1E084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049" y="7006350"/>
            <a:ext cx="150616" cy="23194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61F7C2C-C816-447A-91C1-5AD6C1BDFFF0}"/>
              </a:ext>
            </a:extLst>
          </p:cNvPr>
          <p:cNvSpPr/>
          <p:nvPr/>
        </p:nvSpPr>
        <p:spPr>
          <a:xfrm>
            <a:off x="514875" y="0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Flask-</a:t>
            </a:r>
            <a:r>
              <a:rPr lang="en-US" altLang="zh-TW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SQLAlchemy</a:t>
            </a:r>
            <a:endParaRPr lang="en-US" altLang="zh-TW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16932B-1F85-4278-BAD7-F09133F43FCC}"/>
              </a:ext>
            </a:extLst>
          </p:cNvPr>
          <p:cNvSpPr/>
          <p:nvPr/>
        </p:nvSpPr>
        <p:spPr>
          <a:xfrm>
            <a:off x="645567" y="117158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sz="4800" b="1" dirty="0">
              <a:solidFill>
                <a:srgbClr val="00206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44963B-5294-4151-8765-496198B1E5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412200"/>
            <a:ext cx="9313861" cy="51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38161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>
            <p:custDataLst>
              <p:tags r:id="rId1"/>
            </p:custDataLst>
          </p:nvPr>
        </p:nvSpPr>
        <p:spPr>
          <a:xfrm>
            <a:off x="535786" y="756086"/>
            <a:ext cx="9093995" cy="161455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-14281" y="0"/>
            <a:ext cx="432913" cy="91754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26" tIns="36164" rIns="72326" bIns="361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2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DF584CC-683A-434A-BA82-F2FF1CB7321F}"/>
              </a:ext>
            </a:extLst>
          </p:cNvPr>
          <p:cNvSpPr>
            <a:spLocks/>
          </p:cNvSpPr>
          <p:nvPr/>
        </p:nvSpPr>
        <p:spPr bwMode="auto">
          <a:xfrm>
            <a:off x="265" y="7000701"/>
            <a:ext cx="9643533" cy="231948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3378E64B-3D96-46F3-A604-8E40960D3E3D}"/>
              </a:ext>
            </a:extLst>
          </p:cNvPr>
          <p:cNvSpPr>
            <a:spLocks/>
          </p:cNvSpPr>
          <p:nvPr/>
        </p:nvSpPr>
        <p:spPr bwMode="auto">
          <a:xfrm>
            <a:off x="14282" y="6914155"/>
            <a:ext cx="9643533" cy="13092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6435" tIns="48218" rIns="96435" bIns="48218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EC78502-1F76-4BAE-9338-9290D1E084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049" y="7006350"/>
            <a:ext cx="150616" cy="23194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61F7C2C-C816-447A-91C1-5AD6C1BDFFF0}"/>
              </a:ext>
            </a:extLst>
          </p:cNvPr>
          <p:cNvSpPr/>
          <p:nvPr/>
        </p:nvSpPr>
        <p:spPr>
          <a:xfrm>
            <a:off x="514875" y="0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Flask-</a:t>
            </a:r>
            <a:r>
              <a:rPr lang="en-US" altLang="zh-TW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jwt</a:t>
            </a:r>
            <a:endParaRPr lang="en-US" altLang="zh-TW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16932B-1F85-4278-BAD7-F09133F43FCC}"/>
              </a:ext>
            </a:extLst>
          </p:cNvPr>
          <p:cNvSpPr/>
          <p:nvPr/>
        </p:nvSpPr>
        <p:spPr>
          <a:xfrm>
            <a:off x="645567" y="117158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sz="4800" b="1" dirty="0">
              <a:solidFill>
                <a:srgbClr val="00206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FDDF6B-306F-4754-8BD2-0E9F32E3924A}"/>
              </a:ext>
            </a:extLst>
          </p:cNvPr>
          <p:cNvSpPr/>
          <p:nvPr/>
        </p:nvSpPr>
        <p:spPr>
          <a:xfrm>
            <a:off x="2301751" y="1069850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800" b="1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使用於一次驗證</a:t>
            </a:r>
            <a:endParaRPr lang="en-US" altLang="zh-TW" sz="4800" b="1" dirty="0">
              <a:solidFill>
                <a:srgbClr val="00206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BFF509D-360E-49CA-B111-1380130B4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671" y="1933333"/>
            <a:ext cx="6480720" cy="493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6144"/>
      </p:ext>
    </p:extLst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bt026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</Words>
  <Application>Microsoft Office PowerPoint</Application>
  <PresentationFormat>自訂</PresentationFormat>
  <Paragraphs>18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16" baseType="lpstr">
      <vt:lpstr>MaMELON</vt:lpstr>
      <vt:lpstr>微软雅黑</vt:lpstr>
      <vt:lpstr>SimHei</vt:lpstr>
      <vt:lpstr>宋体</vt:lpstr>
      <vt:lpstr>新細明體</vt:lpstr>
      <vt:lpstr>Arial</vt:lpstr>
      <vt:lpstr>Calibri</vt:lpstr>
      <vt:lpstr>Calibri Light</vt:lpstr>
      <vt:lpstr>Times New Roman</vt:lpstr>
      <vt:lpstr>自定义设计方案</vt:lpstr>
      <vt:lpstr>1_自定义设计方案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2016-09-20T02:06:25Z</dcterms:created>
  <dcterms:modified xsi:type="dcterms:W3CDTF">2019-12-26T14:37:56Z</dcterms:modified>
</cp:coreProperties>
</file>